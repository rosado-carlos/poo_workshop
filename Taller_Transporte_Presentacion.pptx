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98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FCAE-53E5-F88F-3E34-48F8FB30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DDC83-7D37-AB32-D6D0-6BA5985BB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2524C-7217-BD91-4517-942A80B70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F136E-60BD-5C73-345F-DBAAA7D1A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33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POO WORKSHOP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Sistema de Transporte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1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3383280"/>
          </a:xfrm>
          <a:prstGeom prst="roundRect">
            <a:avLst>
              <a:gd name="adj" fmla="val 2162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7FB"/>
                </a:solidFill>
              </a:rPr>
              <a:t>Una solucion orientada a objetos para asignar conductores, vehiculos y rutas, validando disponibilidad y manejando excepciones de negocio.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A1FF"/>
                </a:solidFill>
              </a:rPr>
              <a:t>Java   |   POO   |   Arrays   |   Excepciones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2E3"/>
                </a:solidFill>
              </a:rPr>
              <a:t>Carlos Rosado Perez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Objetivo del Taller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2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Necesidad: evitar asignaciones invalidas en una empresa de transporte.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8"/>
                </a:solidFill>
              </a:rPr>
              <a:t>• Vehiculos en mantenimiento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B8C5D8"/>
                </a:solidFill>
              </a:rPr>
              <a:t>• Conductores sin licencia valida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B8C5D8"/>
                </a:solidFill>
              </a:rPr>
              <a:t>• Rutas sin capacidad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B8C5D8"/>
                </a:solidFill>
              </a:rPr>
              <a:t>• Tipo/capacidad incompatible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Meta: procesar solicitudes con reglas claras.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EECFF"/>
                </a:solidFill>
              </a:rPr>
              <a:t>processRequest(cantidad, tipo, ciudad)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EECFF"/>
                </a:solidFill>
              </a:rPr>
              <a:t>-&gt; valida conductor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EECFF"/>
                </a:solidFill>
              </a:rPr>
              <a:t>-&gt; valida vehiculo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EECFF"/>
                </a:solidFill>
              </a:rPr>
              <a:t>-&gt; valida ruta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EECFF"/>
                </a:solidFill>
              </a:rPr>
              <a:t>-&gt; crea y guarda Trip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B3B6B-1D0A-28E4-5E22-10DBA05D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A6B40F-E762-2037-4476-7ED3F97BBF2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BFF624-D1A9-95AA-D801-3F7A5B477289}"/>
              </a:ext>
            </a:extLst>
          </p:cNvPr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DEMO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A5F8FE-36BB-D568-9793-446E9F4189B1}"/>
              </a:ext>
            </a:extLst>
          </p:cNvPr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UML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E3842D-3BE1-8648-01DE-B81E1F5B560C}"/>
              </a:ext>
            </a:extLst>
          </p:cNvPr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7 / 11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E9B698B-E624-95B1-669D-516DB409CBF6}"/>
              </a:ext>
            </a:extLst>
          </p:cNvPr>
          <p:cNvSpPr/>
          <p:nvPr/>
        </p:nvSpPr>
        <p:spPr>
          <a:xfrm>
            <a:off x="548640" y="155448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549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1" y="9331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DISENO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Arquitectura del Modelo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3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D3B1"/>
                </a:solidFill>
              </a:rPr>
              <a:t>Abstraccion y POO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abstract class Vehicle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interface Availability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Herencia de 3 tipos de camiones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Polimorfismo: vehicle.canHandle(loadType)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D3B1"/>
                </a:solidFill>
              </a:rPr>
              <a:t>Componentes del sistema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Driver, Vehicle, Route, Trip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TransportManager (orquestador)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TransportUtils (utilitaria)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LoadType y StatusVehicle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FLUJO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Como Se Procesa Una Solicitud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4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EECFF"/>
                </a:solidFill>
              </a:rPr>
              <a:t>1) getAvailableDriver(loadType)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EECFF"/>
                </a:solidFill>
              </a:rPr>
              <a:t>2) getAvailableVehicle(loadType, quantity)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EECFF"/>
                </a:solidFill>
              </a:rPr>
              <a:t>3) getAvailableRoute(city)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EECFF"/>
                </a:solidFill>
              </a:rPr>
              <a:t>4) reserve </a:t>
            </a:r>
            <a:endParaRPr lang="en-US" sz="2200" dirty="0"/>
          </a:p>
          <a:p>
            <a:r>
              <a:rPr lang="en-US" sz="2200" dirty="0">
                <a:solidFill>
                  <a:srgbClr val="DEECFF"/>
                </a:solidFill>
              </a:rPr>
              <a:t>5) assign</a:t>
            </a:r>
          </a:p>
          <a:p>
            <a:r>
              <a:rPr lang="en-US" sz="2200" dirty="0">
                <a:solidFill>
                  <a:srgbClr val="DEECFF"/>
                </a:solidFill>
              </a:rPr>
              <a:t>6) </a:t>
            </a:r>
            <a:r>
              <a:rPr lang="en-US" sz="2200" dirty="0" err="1">
                <a:solidFill>
                  <a:srgbClr val="DEECFF"/>
                </a:solidFill>
              </a:rPr>
              <a:t>addVehicle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EECFF"/>
                </a:solidFill>
              </a:rPr>
              <a:t>6) new Trip(...)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EECFF"/>
                </a:solidFill>
              </a:rPr>
              <a:t>7) saveTrip(trip)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ERRORES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Manejo de Excepciones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5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D3B1"/>
                </a:solidFill>
              </a:rPr>
              <a:t>Excepciones de negocio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8"/>
                </a:solidFill>
              </a:rPr>
              <a:t>• NoAvailableQualifiedDriversException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C5D8"/>
                </a:solidFill>
              </a:rPr>
              <a:t>• NoAvailableQualifiedVehiclesException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C5D8"/>
                </a:solidFill>
              </a:rPr>
              <a:t>• NoAvailableQualifiedRoutesException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8C5D8"/>
                </a:solidFill>
              </a:rPr>
              <a:t>• TripNotFoundException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D3B1"/>
                </a:solidFill>
              </a:rPr>
              <a:t>Resultado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7FB"/>
                </a:solidFill>
              </a:rPr>
              <a:t>Si una validacion falla, no se asigna el viaje y se informa la causa exacta.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ARRAYS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Restriccion Tecnica Cumplida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6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D3B1"/>
                </a:solidFill>
              </a:rPr>
              <a:t>Uso exclusivo de arreglos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drivers[]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vehicles[]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routes[]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• trips[]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8C5D8"/>
                </a:solidFill>
              </a:rPr>
              <a:t>Sin ArrayList, Map, Set o Streams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D3B1"/>
                </a:solidFill>
              </a:rPr>
              <a:t>Redimensionamiento manual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EECFF"/>
                </a:solidFill>
              </a:rPr>
              <a:t>if (tripCount &gt;= trips.length)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EECFF"/>
                </a:solidFill>
              </a:rPr>
              <a:t>  trips = TransportUtils.resizeTrips(trips);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EECFF"/>
                </a:solidFill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Casos Probados en Main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7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Caso exitoso: crear, consultar y finalizar viaje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TripNotFoundException con id invalido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NoAvailableQualifiedVehiclesException por capacidad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NoAvailableQualifiedDriversException por agotamiento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NoAvailableQualifiedRoutesException por ciudad no cubierta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MANTENIMIENTO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Vehiculos En Mantenimiento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8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D3B1"/>
                </a:solidFill>
              </a:rPr>
              <a:t>Regla de disponibilidad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5D8"/>
                </a:solidFill>
              </a:rPr>
              <a:t>Un vehiculo con estado IN_MAINTENANCE no puede asignarse.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D3B1"/>
                </a:solidFill>
              </a:rPr>
              <a:t>Validacion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7FB"/>
                </a:solidFill>
              </a:rPr>
              <a:t>vehicle.isAvailable()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5F7FB"/>
                </a:solidFill>
              </a:rPr>
              <a:t>Si no hay otro compatible -&gt;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5F7FB"/>
                </a:solidFill>
              </a:rPr>
              <a:t>NoAvailableQualifiedVehiclesException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RUBRICA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Checklist de Cumplimiento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9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Diseno y relaciones coherentes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POO: encapsulamiento, herencia, polimorfismo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Manejo de errores con excepciones personalizadas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Uso de arrays + clase utilitaria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8C5D8"/>
                </a:solidFill>
              </a:rPr>
              <a:t>• Logica de negocio centralizada en TransportManager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>
              <a:alpha val="1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D3B1"/>
                </a:solidFill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B"/>
                </a:solidFill>
              </a:rPr>
              <a:t>Gracias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2E3"/>
                </a:solidFill>
              </a:rPr>
              <a:t>POO Workshop  |  11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1B304A">
              <a:alpha val="80000"/>
            </a:srgbClr>
          </a:solidFill>
          <a:ln w="12700">
            <a:solidFill>
              <a:srgbClr val="7BB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241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7FB"/>
                </a:solidFill>
              </a:rPr>
              <a:t>El sistema resuelve el problema central: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5F7FB"/>
                </a:solidFill>
              </a:rPr>
              <a:t>asignacion segura de recursos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5F7FB"/>
                </a:solidFill>
              </a:rPr>
              <a:t>con reglas de negocio claras y manejo robusto de errores.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5F7FB"/>
                </a:solidFill>
              </a:rPr>
              <a:t>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490</Words>
  <Application>Microsoft Office PowerPoint</Application>
  <PresentationFormat>Panorámica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POO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POO - Sistema de Transporte</dc:title>
  <dc:subject>Sistema de Transporte</dc:subject>
  <dc:creator>Carlos Rosado Perez</dc:creator>
  <cp:lastModifiedBy>Carlos Alberto Rosado Perez</cp:lastModifiedBy>
  <cp:revision>2</cp:revision>
  <dcterms:created xsi:type="dcterms:W3CDTF">2026-03-10T21:53:56Z</dcterms:created>
  <dcterms:modified xsi:type="dcterms:W3CDTF">2026-03-10T21:58:16Z</dcterms:modified>
</cp:coreProperties>
</file>